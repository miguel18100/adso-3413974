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3200400"/>
            <a:ext cx="3200400" cy="1943100"/>
          </a:xfrm>
          <a:prstGeom prst="rect">
            <a:avLst/>
          </a:prstGeom>
          <a:solidFill>
            <a:srgbClr val="2E5FAA">
              <a:alpha val="50000"/>
            </a:srgbClr>
          </a:solidFill>
          <a:ln w="12700">
            <a:solidFill>
              <a:srgbClr val="2E5FAA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 de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Recolección de Información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y Educación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7D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rápida para entender qué son, cómo se usan y para qué sirven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son los instrumentos de recolección?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005840"/>
          </a:xfrm>
          <a:prstGeom prst="rect">
            <a:avLst/>
          </a:prstGeom>
          <a:solidFill>
            <a:srgbClr val="EFF4FF"/>
          </a:solidFill>
          <a:ln w="12700">
            <a:solidFill>
              <a:srgbClr val="2E5F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61872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diseñadas para obtener datos de forma organizada y confiable, que permiten responder una pregunta o problema de investigación.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2651760" cy="1463040"/>
          </a:xfrm>
          <a:prstGeom prst="rect">
            <a:avLst/>
          </a:prstGeom>
          <a:solidFill>
            <a:srgbClr val="F4F6FA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4871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03580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Capturan datos reales del mundo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0" y="2423160"/>
            <a:ext cx="2651760" cy="1463040"/>
          </a:xfrm>
          <a:prstGeom prst="rect">
            <a:avLst/>
          </a:prstGeom>
          <a:solidFill>
            <a:srgbClr val="F4F6FA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24871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91840" y="303580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Facilitan el análisis y decisiones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2423160"/>
            <a:ext cx="2651760" cy="1463040"/>
          </a:xfrm>
          <a:prstGeom prst="rect">
            <a:avLst/>
          </a:prstGeom>
          <a:solidFill>
            <a:srgbClr val="F4F6FA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24871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26480" y="303580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cualquier investigación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Instrumentos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840480" cy="338328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CUANTITATIVOS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Trabajan con datos numéricos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Miden cantidades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Ejemplos: encuestas, escalas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Resultados estadísticos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1143000"/>
            <a:ext cx="3840480" cy="3383280"/>
          </a:xfrm>
          <a:prstGeom prst="rect">
            <a:avLst/>
          </a:prstGeom>
          <a:solidFill>
            <a:srgbClr val="FFF7E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34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CUALITATIVOS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74920" y="17830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Trabajan con opiniones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Capturan significados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Ejemplos: entrevistas, observación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Resultados narrativos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Instrumentos Principales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20624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502920" cy="10515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126187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62763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a muchas personas a la vez. Presencial, digital o telefónica.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420624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423160"/>
            <a:ext cx="502920" cy="1051560"/>
          </a:xfrm>
          <a:prstGeom prst="rect">
            <a:avLst/>
          </a:prstGeom>
          <a:solidFill>
            <a:srgbClr val="2E5FAA"/>
          </a:solidFill>
          <a:ln w="12700">
            <a:solidFill>
              <a:srgbClr val="2E5F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2316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249631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86207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 planificada para obtener información detallada.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420624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657600"/>
            <a:ext cx="502920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65760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60120" y="373075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Observación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409651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comportamientos en su contexto natural.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37760" y="1188720"/>
            <a:ext cx="384048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0" y="1188720"/>
            <a:ext cx="50292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18872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32120" y="126187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1627632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escrita de preguntas que el participante responde solo.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37760" y="2423160"/>
            <a:ext cx="384048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2423160"/>
            <a:ext cx="502920" cy="1051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42316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532120" y="249631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 de Campo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32120" y="2862072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continuo de observaciones durante el trabajo de campo.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37760" y="1188720"/>
            <a:ext cx="384048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7760" y="1188720"/>
            <a:ext cx="50292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118872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532120" y="126187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32120" y="1627632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escrita de preguntas que el participante responde solo.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937760" y="2423160"/>
            <a:ext cx="384048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37760" y="2423160"/>
            <a:ext cx="502920" cy="1051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242316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532120" y="249631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 de Campo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532120" y="2862072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continuo de observaciones durante el trabajo de campo.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y Desventajas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VENTAJAS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02336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64208"/>
            <a:ext cx="3794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Recolectan información real y objetiva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50008"/>
            <a:ext cx="402336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14016"/>
            <a:ext cx="3794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adaptan a distintos contextos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099816"/>
            <a:ext cx="402336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163824"/>
            <a:ext cx="3794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Apoyan decisiones con datos sólidos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849624"/>
            <a:ext cx="402336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913632"/>
            <a:ext cx="3794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Permiten comparar grupos o momentos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1430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DESVENTAJAS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1600200"/>
            <a:ext cx="4023360" cy="621792"/>
          </a:xfrm>
          <a:prstGeom prst="rect">
            <a:avLst/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664208"/>
            <a:ext cx="3794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Posibles errores y sesgos del investigador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350008"/>
            <a:ext cx="4023360" cy="621792"/>
          </a:xfrm>
          <a:prstGeom prst="rect">
            <a:avLst/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414016"/>
            <a:ext cx="3794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Requieren tiempo y recursos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099816"/>
            <a:ext cx="4023360" cy="621792"/>
          </a:xfrm>
          <a:prstGeom prst="rect">
            <a:avLst/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163824"/>
            <a:ext cx="3794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 de la honestidad del participante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Clave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7315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50292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097280"/>
            <a:ext cx="7635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esenciales para investigar con datos reales y confiables.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8412480" cy="7315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965960"/>
            <a:ext cx="50292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6596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2011680"/>
            <a:ext cx="7635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instrumento tiene usos específicos según el objetivo del estudio.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8412480" cy="7315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880360"/>
            <a:ext cx="50292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8036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2926080"/>
            <a:ext cx="7635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el instrumento correcto mejora la calidad de los resultados.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794760"/>
            <a:ext cx="8412480" cy="7315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794760"/>
            <a:ext cx="50292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79476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3840480"/>
            <a:ext cx="7635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instrumentos da una visión más completa de la realidad.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Instrumentos de Recolección</dc:title>
  <dc:subject>PptxGenJS Presentation</dc:subject>
  <dc:creator>PptxGenJS</dc:creator>
  <cp:lastModifiedBy>PptxGenJS</cp:lastModifiedBy>
  <cp:revision>1</cp:revision>
  <dcterms:created xsi:type="dcterms:W3CDTF">2026-03-28T04:24:08Z</dcterms:created>
  <dcterms:modified xsi:type="dcterms:W3CDTF">2026-03-28T04:24:08Z</dcterms:modified>
</cp:coreProperties>
</file>