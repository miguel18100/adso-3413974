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ORDERFLOW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EDCEB"/>
                </a:solidFill>
              </a:defRPr>
            </a:pPr>
            <a:r>
              <a:t>Motor de precios, cotización sellada y confirmación idempotente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846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EA437"/>
                </a:solidFill>
              </a:defRPr>
            </a:pPr>
            <a:r>
              <a:t>Concepto • arquitectura • pruebas • posibles trampas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1. El problema que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52F3A"/>
                </a:solidFill>
              </a:defRPr>
            </a:pPr>
            <a:r>
              <a:t>Marketplace B2B de bebidas: varios países, marcas y tenants.</a:t>
            </a:r>
          </a:p>
          <a:p>
            <a:pPr>
              <a:spcAft>
                <a:spcPts val="1200"/>
              </a:spcAft>
              <a:defRPr sz="2000">
                <a:solidFill>
                  <a:srgbClr val="252F3A"/>
                </a:solidFill>
              </a:defRPr>
            </a:pPr>
            <a:r>
              <a:t>Flujo: catálogo → carrito → cotización → confirmación → historial.</a:t>
            </a:r>
          </a:p>
          <a:p>
            <a:pPr>
              <a:spcAft>
                <a:spcPts val="1200"/>
              </a:spcAft>
              <a:defRPr sz="2000">
                <a:solidFill>
                  <a:srgbClr val="252F3A"/>
                </a:solidFill>
              </a:defRPr>
            </a:pPr>
            <a:r>
              <a:t>No basta calcular: el precio debe conservarse y la confirmación debe ser durable.</a:t>
            </a:r>
          </a:p>
          <a:p>
            <a:pPr>
              <a:spcAft>
                <a:spcPts val="1200"/>
              </a:spcAft>
              <a:defRPr sz="2000">
                <a:solidFill>
                  <a:srgbClr val="252F3A"/>
                </a:solidFill>
              </a:defRPr>
            </a:pPr>
            <a:r>
              <a:t>Cuatro invariantes: total igual; dinero exacto; 201 persistido; efectos externos recuperables.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2. Alcance del enunciado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1150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Área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Qué debe demostrar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A1 ·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Desglose por línea: bruto, descuentos y origen, regalos, base gravable, impuestos y total.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Crédito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Validación sobre el total final.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A2 · Confirmación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Idempotencia: sin duplicar pedidos ni consumir crédito dos veces.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Consistencia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201 después del commit y pedido consultable.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Eventos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Push/ERP mediante outbox, reintentos y deduplicación.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A3 · ADR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Una página: decisiones, alternativas, exclusiones, revisión y riesgo.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Front opcional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Sin texto cortado, controles tapados ni imágenes inconsistentes.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3. Arquitectura y límites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9886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Responsabilidad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Trampa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Dominio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Motor puro y 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Importar Spring/JDBC o usar 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Casos de uso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Orquestar cotización/confirmación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Lógica central en controladores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Adaptadores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Validar y mapear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Calcular precios aquí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PostgreSQL/Liquibase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Persistencia y restricciones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Confiar solo en validación de UI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Outbox relay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Entregar eventos fuera de transacción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Mantener locks en llamadas remotas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Angular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Mostrar datos devueltos por API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F3A"/>
                          </a:solidFill>
                        </a:defRPr>
                      </a:pPr>
                      <a:r>
                        <a:t>Recalcular dinero en el cliente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4. Orden del motor de precios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35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Paso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Motivo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Elegibilidad del obsequio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Se basa en compra pagada; evita activación circular.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Combos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Consumen unidades primero.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Descuentos por escala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Solo unidades que quedan fuera de combos.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Neto de línea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Bruto menos descuentos comerciales.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Base gravable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Después de descuentos.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Impuesto por línea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Tasa por SKU y redondeo configurado.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Agregación final.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Crédito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Capa de aplicación, luego del cálculo.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5. Trampa: descuentos por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Interpretación documentada: marginal por tramos; los porcentajes no se apilan.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Ejemplo: 25 unidades × 2.500 COP; 1–9: 0 %, 10–19: 5 %, 20+: 10 %.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Descuento = 1.250 + 1.500 = 2.750 COP; base neta = 59.750 COP.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Impuesto 19 % = 11.352,50 → 11.353 COP con HALF_UP; total = 71.103 COP.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Errores típicos: redondear cada tramo o contar regalos/unidades del combo.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6. Combos y regalos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9886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Regla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Qué cuidar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Combo consume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No aplicarles descuento por escala.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Combos en competencia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Orden determinista por ID.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Combo no 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Si combo ≥ valor de lista, no consume unidades.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Desglose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Un origen COMBO:&lt;id&gt;; no duplicar por SKU.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Obsequio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Mostrar SKU y cantidad; precio de producto cero.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Fiscalidad del regalo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Depende de política del país; no asumir impuesto cero.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7. Dinero exacto y multi-país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Money con BigDecimal; float/double prohibidos para dinero.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Escala, moneda, tasas, redondeo, política fiscal del regalo y TTL vienen de datos.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Impuesto por línea sobre la base después de descuentos.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Trampas: dos decimales fijos para todos, tasas hardcodeadas o redondeo tardío.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Comparar valor decimal correctamente, sin depender de escala por accidente.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8. Cotización sellada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La cotización guarda líneas y componentes insert-only durante su vigencia.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El pedido la referencia; no copia importes ni recalcula al confirmar.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Así el total no cambia si cambian precios o palancas entre cotización y confirmación.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Riesgo del ADR: conservar precio erróneo hasta expirar; TTL y revocación son mitigación propuesta.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No describir revocación como implementada si el alcance la excluye.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9. Confirmación e idempotencia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POST /api/v1/orders recibe Idempotency-Key.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Una transacción escribe pedido, consumo/libro de crédito, resultado idempotente y outbox.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Orden de bloqueo documentado: clave idempotente → cotización → cupo de crédito.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El 201 se envía después del commit y el pedido debe poder consultarse.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El cliente reutiliza la misma clave al reintentar; una nueva clave permite duplicados.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10. HTTP 201 no basta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Un 201 antes del commit puede anunciar un pedido que nunca se guardó.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Probar código de respuesta y GET inmediato del pedido.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Pedido, crédito, idempotencia y outbox confirman o revierten juntos.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Proteger el crédito ante solicitudes concurrentes.</a:t>
            </a:r>
          </a:p>
          <a:p>
            <a:pPr>
              <a:spcAft>
                <a:spcPts val="1200"/>
              </a:spcAft>
              <a:defRPr sz="1800">
                <a:solidFill>
                  <a:srgbClr val="252F3A"/>
                </a:solidFill>
              </a:defRPr>
            </a:pPr>
            <a:r>
              <a:t>No cachear éxito antes de que la transacción confirme.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11. Ciclo del Transactional Outbox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9886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Fallo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Resultado esperado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API antes del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No hay pedido/evento confirmado.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Commit y caída antes de responder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Reintento con misma clave recupera el resultado.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ERP/push caído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Evento pendiente y reintentable.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Relay cae antes de enviar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Se puede reclamar tras vencer el lease.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Envía y cae antes de marcar 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Puede reenviar; consumidor deduplica event_id.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Lease perdido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Worker antiguo no sobrescribe al dueño actual.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12. Qué garantiza el Outbox (y qué 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Evita perder la intención de enviar el evento: queda persistida junto al pedido.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No garantiza por sí solo aplicación externa exactamente una vez.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Si el relay cae tras enviar y antes de marcar SENT, puede haber reenvío.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El consumidor debe deduplicar por event_id estable.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Trampa: llamada remota dentro de la transacción de confirmación.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13. Golden tests obligatorios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9886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Debe demostrar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GT-01 · Dos tramos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Cálculo marginal y redondeo por línea.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GT-02 · Combo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Sin descuentos sueltos duplicados ni doble descuento.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GT-03 · Obsequio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SKU y cantidad gratuita en el desglose.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GT-04 · Combo + impuesto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Base e impuesto correctos en el total.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GT-05 · Crédito excedido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Rechazo cuando el total no cabe.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GT-06 · Cotizar/confirmar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A"/>
                          </a:solidFill>
                        </a:defRPr>
                      </a:pPr>
                      <a:r>
                        <a:t>Total idéntico en ambos momentos.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14. Pruebas extra recomendadas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1150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Área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Caso de estrés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Idempotencia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Dos requests concurrentes; misma clave con cuerpo distinto.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Crédito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Dos pedidos que juntos superan el cupo.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Transacción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Fallo antes de commit; caída después de commit antes de responder.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Outbox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Caída externa, crash tras envío, lease vencido.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SKU duplicado, combos competidores, regalo gravable.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Multi-país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Monedas y escalas distintas.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Nombre largo, teclado, imágenes de proporciones variadas.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15. Front opcional: tres defectos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12230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Defecto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Prevención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Prueba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Texto cortado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Layout flexible y wrapping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Nombre largo en pantalla 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Control oculto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Safe areas, scroll y teclado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Último control con teclado abierto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Imágenes disparejas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Componente compartido y aspect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Grid de fotos heterogéneas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16. Las 10 trampas prioritarias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1. Recalcular al confirmar en vez de referenciar la cotización.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2. Responder 201 antes del commit.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3. Usar float/double o redondear en punto incorrecto.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4. Descontar por escala unidades de un combo.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5. Duplicar el descuento de combo en el desglose.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6. Suponer que los regalos nunca pagan impuesto.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7. Consumir crédito sin transacción/control concurrente.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8. Escribir outbox fuera de la transacción del pedido.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9. Confundir outbox con exactamente una vez.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10. Afirmar funciones/tests fuera de alcance sin evidencia.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17. ADR y alcance honesto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ADR: decisiones, alternativas descartadas, exclusiones, foco de code review y riesgo con mitigación.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El ADR deja fuera autenticación real, push/ERP reales, revocación, cancelación y pagos, entre otros.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Fakes de push/ERP permiten probar garantías sin integraciones reales.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La ampliación del front al flujo completo está registrada como desviación.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No afirmar pruebas, cobertura o mutation score sin comando y salida.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18. Cómo defender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Por cada decisión: ¿qué garantía?, ¿qué mecanismo?, ¿qué prueba?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Explicar por qué la cotización sellada es la única fuente de verdad del precio.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Explicar el trade-off: núcleo local consistente, efectos externos asíncronos.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Distinguir entre no perder un evento y no aplicarlo dos veces.</a:t>
            </a:r>
          </a:p>
          <a:p>
            <a:pPr>
              <a:spcAft>
                <a:spcPts val="1200"/>
              </a:spcAft>
              <a:defRPr sz="1900">
                <a:solidFill>
                  <a:srgbClr val="252F3A"/>
                </a:solidFill>
              </a:defRPr>
            </a:pPr>
            <a:r>
              <a:t>Separar lo implementado, lo excluido y los riesgos abiertos.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3"/>
                </a:solidFill>
              </a:defRPr>
            </a:pPr>
            <a:r>
              <a:t>Fuentes y nota de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Fuente primaria: PDF de la prueba técnica en assignment/.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Fuentes de diseño: SPEC, arquitectura, contrato API, modelo de datos, plan, tareas, constitución, HANDOFF y ADR-0001.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Esta presentación resume la documentación; no sustituye ejecutar las pruebas.</a:t>
            </a:r>
          </a:p>
          <a:p>
            <a:pPr>
              <a:spcAft>
                <a:spcPts val="1200"/>
              </a:spcAft>
              <a:defRPr sz="1700">
                <a:solidFill>
                  <a:srgbClr val="252F3A"/>
                </a:solidFill>
              </a:defRPr>
            </a:pPr>
            <a:r>
              <a:t>Comandos documentados: ./mvnw verify (API; Docker para Testcontainers) y check-docs en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ORDERFLOW ENGINE • Guía técnica basada en los documentos del proyecto •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